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Review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Changes | LANXY | Bicep Modules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0" y="3108960"/>
            <a:ext cx="274320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PE&amp;O Grid Automation Team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2 Sprints Summary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We Are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Sprint Highlights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BFF Pattern Architecture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Pattern Generator Improvements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LANXY Infrastructure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New Bicep Modules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Bug Fixes &amp; Maintenance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Summary &amp; Questions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solidFill>
            <a:srgbClr val="E5E5E5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PE&amp;O Grid Automation Team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Platform Engineering &amp; Operations Grid. We build and maintain Azure automation solutions used bank-wide by development teams.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Maintain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9718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BFF Pattern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1783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Backend-for-Frontend pattern with optional database config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06040" y="283464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7480" y="29718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LANXY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291840"/>
            <a:ext cx="1783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proxy solving CORS issues for development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718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ChatOps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3291840"/>
            <a:ext cx="1783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automation via Microsoft Teams conversations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03720" y="283464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95160" y="29718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Bicep Modules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95160" y="3291840"/>
            <a:ext cx="1783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templates for Azure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Highlights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deliverables from the last 2 sprints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4630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Generator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651760" cy="14630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91840" y="21488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24688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LANXY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651760" cy="14630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126480" y="21488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24688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Bicep &amp; Infra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Areas This Sprint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5204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Pattern Generator enhancements (optional features, location defaults, documentation)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LANXY reliability improvements (VM migration, alerts, proxy fixes)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New Bicep modules and infrastructure consolidation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API version updates and pipeline compliance (heatmap compliant)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BFF Pattern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2560320"/>
          </a:xfrm>
          <a:prstGeom prst="rect">
            <a:avLst/>
          </a:prstGeom>
          <a:solidFill>
            <a:srgbClr val="E5E5E5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45920"/>
            <a:ext cx="137160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011680"/>
            <a:ext cx="731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0" y="1371600"/>
            <a:ext cx="228600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1554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BFF Pattern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0" y="19202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2011680"/>
            <a:ext cx="731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0" y="1645920"/>
            <a:ext cx="16459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737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2926080"/>
            <a:ext cx="2286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200400" y="3017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(Optional)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43400" y="2743200"/>
            <a:ext cx="0" cy="182880"/>
          </a:xfrm>
          <a:prstGeom prst="line">
            <a:avLst/>
          </a:prstGeom>
          <a:noFill/>
          <a:ln w="12700">
            <a:solidFill>
              <a:srgbClr val="66666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BFF pattern with configurable database option in the Pattern Generator form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select database requirement via dropdown in the form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Generator Improvements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23444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Enhancements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Database configuration dropdown added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Improved field validation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Better error messaging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8229600" cy="123444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4688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&amp; Design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Updated user documentation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 process improvements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Draft design is now approved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123444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40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Quality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16052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Enhanced testing coverage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Build issue fixes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CI/CD pipeline improvements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LANXY Infrastructure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proxy solution for CORS handling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201168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&amp; Config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 HA default VM (2079 → 2078)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Outbound config for wsi02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Schedule adjustment for morning startup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01168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&amp; Fixes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Review and update alerts for Lanxy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Fix FTFY high for proxy app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Environments Updated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201168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977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51760" y="3840480"/>
            <a:ext cx="201168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3977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Bicep Modules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additions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Analytics Workspace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logging and monitoring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Query-based log analysis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Alerts and dashboards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Integration with Azure Monitor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Insights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82880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performance monitoring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performance metrics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Exception tracking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Dependency mapping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these modules provide complete observability for BFF pattern deployments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Fixes &amp; Maintenance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55448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Issues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Resolved compilation errors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Fixed dependency conflicts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155448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Service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46304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Removal troubleshooting resolved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Cleanup process improved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55448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Pipeline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Pipeline issues fixed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Deployment reliability improved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55448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2834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20040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Consolidation for BFF patterns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Policy compliance updates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Pattern Generator: Optional features, Sweden Central support, improved docs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LANXY: VM migration, outbound config, alerts review, proxy fixes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Bicep: Managed Redis integration, API upgrade assignee action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Infrastructure: Consolidated infra for BFF patterns, heatmap compliance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3291840"/>
            <a:ext cx="8229600" cy="0"/>
          </a:xfrm>
          <a:prstGeom prst="line">
            <a:avLst/>
          </a:prstGeom>
          <a:noFill/>
          <a:ln w="12700">
            <a:solidFill>
              <a:srgbClr val="6666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PE&amp;O Grid Automation Team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Sprint Review - Pattern, LANXY &amp; Bicep Updates</dc:title>
  <dc:subject>PptxGenJS Presentation</dc:subject>
  <dc:creator>PE&amp;O Grid Automation Team</dc:creator>
  <cp:lastModifiedBy>PE&amp;O Grid Automation Team</cp:lastModifiedBy>
  <cp:revision>1</cp:revision>
  <dcterms:created xsi:type="dcterms:W3CDTF">2026-01-29T10:04:29Z</dcterms:created>
  <dcterms:modified xsi:type="dcterms:W3CDTF">2026-01-29T10:04:29Z</dcterms:modified>
</cp:coreProperties>
</file>