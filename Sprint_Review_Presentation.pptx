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Changes | LANXY | Bicep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PE&amp;O Grid Automation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 Sprints Summary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E5E5E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PE&amp;O Grid Automation Team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Platform Engineering &amp; Operations Grid. We build and maintain Azure automation solutions used bank-wide by development teams.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Maintain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Pattern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Backend-for-Frontend pattern with optional database configuration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834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LANXY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 solution solving CORS issues for development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 Modules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templates for Azure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 from the last 2 sprints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Generator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463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LANXY 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463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 Modules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 This Sprint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improvements for better developer experience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Infrastructure migration and consolidation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New monitoring and logging capabilities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Bug fixes and CI/CD pipeline improvements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Pattern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solidFill>
            <a:srgbClr val="E5E5E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1371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011680"/>
            <a:ext cx="7315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2860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Pattern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2011680"/>
            <a:ext cx="7315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92608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2004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(Optional)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743200"/>
            <a:ext cx="0" cy="18288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BFF pattern with configurable database option in the Pattern Generator 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select database requirement via dropdown in the form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Generator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Enhancements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configuration dropdown added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Improved field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Better error messaging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2344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Updated user documentation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process improvements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Clearer instructions for teams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12344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Communication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testing coverage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Improved communication templates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Better feedback collection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LANXY Infrastructure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 solution for CORS handling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Migration &amp; Config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VM migration to new infrastructure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Outbound configuration updates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Regional deployment expansion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Environment-specific settings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Fixes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monitoring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Proxy configuration fixes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improvements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optimizations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 Updated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3840480"/>
            <a:ext cx="20116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Bicep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additions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Analytics Workspace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logging and monitoring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Query-based log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Alerts and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with Azure Monitor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Insights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performance monitoring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performance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Exception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Dependency mapping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these modules provide complete observability for BFF pattern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 &amp; Maintenance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Issues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Resolved compilation errors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Fixed dependency conflicts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Removal troubleshooting resolved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Cleanup process improved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Pipeline issues fixed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Deployment reliability improved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Consolidation for BFF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Policy compliance updates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Pattern Generator enhanced with database configuration option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LANXY infrastructure migrated and monitoring improved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New Bicep modules for Log Analytics &amp; Application Insights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Multiple bug fixes and CI/CD improvements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PE&amp;O Grid Automation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 - Pattern, LANXY &amp; Bicep Updates</dc:title>
  <dc:subject>PptxGenJS Presentation</dc:subject>
  <dc:creator>PE&amp;O Grid Automation Team</dc:creator>
  <cp:lastModifiedBy>PE&amp;O Grid Automation Team</cp:lastModifiedBy>
  <cp:revision>1</cp:revision>
  <dcterms:created xsi:type="dcterms:W3CDTF">2026-01-28T09:42:51Z</dcterms:created>
  <dcterms:modified xsi:type="dcterms:W3CDTF">2026-01-28T09:42:51Z</dcterms:modified>
</cp:coreProperties>
</file>