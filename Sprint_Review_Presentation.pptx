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Review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Changes | LANXY | Bicep Modules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0" y="3108960"/>
            <a:ext cx="2743200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2 Sprints Summary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Who We Are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Sprint Highlights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BFF Pattern Architecture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Pattern Generator Improvements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What is LANXY?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What is ChatOps?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 LANXY Infrastructure Updates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 New Bicep Modules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 Bug Fixes &amp; Maintenance</a:t>
            </a:r>
            <a:endParaRPr lang="en-US" sz="18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 Summary &amp; Questions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E5E5E5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of Platform Engineering &amp; Operations Grid. We build and maintain Azure automation solutions used bank-wide by development teams.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Maintain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Backend-for-Frontend pattern with optional database config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69748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 solving CORS issues for development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ChatOps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automation via Microsoft Teams conversations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2834640"/>
            <a:ext cx="196596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97180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Bicep Modules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95160" y="3291840"/>
            <a:ext cx="1783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templates for Azure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Highlights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deliverables from the last 2 sprints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Generator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9184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9184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651760" cy="14630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508760"/>
            <a:ext cx="2651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126480" y="214884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126480" y="24688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Bicep &amp; Infra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Areas This Sprint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5204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Pattern Generator enhancements (optional features, location defaults, documentation)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LANXY reliability improvements (VM migration, alerts, proxy fixes)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New Bicep modules and infrastructure consolidation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API version updates and pipeline compliance (heatmap compliant)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2560320"/>
          </a:xfrm>
          <a:prstGeom prst="rect">
            <a:avLst/>
          </a:prstGeom>
          <a:solidFill>
            <a:srgbClr val="E5E5E5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645920"/>
            <a:ext cx="137160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2880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286000" y="2011680"/>
            <a:ext cx="731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517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00400" y="1371600"/>
            <a:ext cx="228600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9" name="Text 7"/>
          <p:cNvSpPr/>
          <p:nvPr/>
        </p:nvSpPr>
        <p:spPr>
          <a:xfrm>
            <a:off x="3200400" y="15544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BFF Pattern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00400" y="1920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Gateway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0" y="2011680"/>
            <a:ext cx="73152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52160" y="1783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400800" y="1645920"/>
            <a:ext cx="1645920" cy="73152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0" y="1737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2926080"/>
            <a:ext cx="228600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1A1A1A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200400" y="301752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(Optional)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43400" y="2743200"/>
            <a:ext cx="0" cy="182880"/>
          </a:xfrm>
          <a:prstGeom prst="line">
            <a:avLst/>
          </a:prstGeom>
          <a:noFill/>
          <a:ln w="12700">
            <a:solidFill>
              <a:srgbClr val="666666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BFF pattern with configurable database option in the Pattern Generator form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select database requirement via dropdown in the form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Generator Improvements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 Enhancements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Database configuration dropdown added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Improved field validation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Better error messaging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4688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&amp; Design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Updated user documentation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Design process improvements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Draft design is now approved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749040"/>
            <a:ext cx="8229600" cy="123444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84048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6052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Enhanced testing coverage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Build issue fixes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CI/CD pipeline improvements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LANXY?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 Solution for Development Teams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164592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CORS errors when connecting to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multiple backend services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Complex proxy configurations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Inconsistent dev environments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16459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 Solution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services behind one domain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more CORS issues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Pre-configured standard routes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Dev &amp; Test environments ready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566160"/>
            <a:ext cx="1371600" cy="640080"/>
          </a:xfrm>
          <a:prstGeom prst="rect">
            <a:avLst/>
          </a:prstGeom>
          <a:solidFill>
            <a:srgbClr val="E5E5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749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2743200" y="3566160"/>
            <a:ext cx="1645920" cy="640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37490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8056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029200" y="3566160"/>
            <a:ext cx="1371600" cy="640080"/>
          </a:xfrm>
          <a:prstGeom prst="rect">
            <a:avLst/>
          </a:prstGeom>
          <a:solidFill>
            <a:srgbClr val="E5E5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0" y="3749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83680" y="3566160"/>
            <a:ext cx="1371600" cy="640080"/>
          </a:xfrm>
          <a:prstGeom prst="rect">
            <a:avLst/>
          </a:prstGeom>
          <a:solidFill>
            <a:srgbClr val="E5E5E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0" y="3749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B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Teams only need to configure LANXY if they need custom backends or route overrides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ChatOps?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Automation via Microsoft Teams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91440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ChatOps brings operational commands into chat platforms, enabling teams to execute infrastructure tasks through conversational interfaces instead of complex CLI or portal navigation.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965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8346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3154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commands instantly from Teams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606040" y="2743200"/>
            <a:ext cx="1965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28346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97480" y="3154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sees all actions in shared channel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54880" y="2743200"/>
            <a:ext cx="1965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8346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Simplicity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3154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need to remember complex CLI commands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2743200"/>
            <a:ext cx="19659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95160" y="283464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995160" y="3154680"/>
            <a:ext cx="1783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operations logged in chat history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Type a command in Teams → ChatOps executes → Results posted back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LANXY Infrastructure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Reverse proxy solution for CORS handling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0116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&amp; Config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737360"/>
            <a:ext cx="3383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Move HA default VM (2079 → 2078)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Outbound config for wsi02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Schedule adjustment for morning startup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0116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8" name="Text 6"/>
          <p:cNvSpPr/>
          <p:nvPr/>
        </p:nvSpPr>
        <p:spPr>
          <a:xfrm>
            <a:off x="493776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&amp; Fixes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37760" y="1737360"/>
            <a:ext cx="3566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and update alerts for Lanxy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Fix FTFY high for proxy app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Environments Updated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51760" y="3840480"/>
            <a:ext cx="2011680" cy="54864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12"/>
          <p:cNvSpPr/>
          <p:nvPr/>
        </p:nvSpPr>
        <p:spPr>
          <a:xfrm>
            <a:off x="265176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Bicep Modules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additions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Analytics Workspace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logging and monitoring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Query-based log analysis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Alerts and dashboards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Integration with Azure Monitor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1A1A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417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Insights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1828800"/>
            <a:ext cx="35661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performance monitoring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Real-time performance metrics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Exception tracking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Dependency mapping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these modules provide complete observability for BFF pattern deployments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Fixes &amp; Maintenance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Issues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4630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Resolved compilation errors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Fixed dependency conflicts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0" y="1097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Service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14630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Removal troubleshooting resolved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Cleanup process improved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Pipeline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Pipeline issues fixed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Deployment reliability improved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554480"/>
          </a:xfrm>
          <a:prstGeom prst="rect">
            <a:avLst/>
          </a:prstGeom>
          <a:solidFill>
            <a:srgbClr val="E5E5E5"/>
          </a:solidFill>
          <a:ln/>
        </p:spPr>
      </p:sp>
      <p:sp>
        <p:nvSpPr>
          <p:cNvPr id="13" name="Text 11"/>
          <p:cNvSpPr/>
          <p:nvPr/>
        </p:nvSpPr>
        <p:spPr>
          <a:xfrm>
            <a:off x="493776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320040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Consolidation for BFF patterns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Policy compliance updates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78638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Pattern Generator: Optional features, Sweden Central support, improved docs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LANXY: VM migration, outbound config, alerts review, proxy fixes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Bicep: Managed Redis integration, API upgrade assignee action
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5E5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Infrastructure: Consolidated infra for BFF patterns, heatmap compliance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457200" y="3291840"/>
            <a:ext cx="8229600" cy="0"/>
          </a:xfrm>
          <a:prstGeom prst="line">
            <a:avLst/>
          </a:prstGeom>
          <a:noFill/>
          <a:ln w="12700">
            <a:solidFill>
              <a:srgbClr val="66666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PE&amp;O Grid Automation Team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Sprint Review - Pattern, LANXY &amp; Bicep Updates</dc:title>
  <dc:subject>PptxGenJS Presentation</dc:subject>
  <dc:creator>PE&amp;O Grid Automation Team</dc:creator>
  <cp:lastModifiedBy>PE&amp;O Grid Automation Team</cp:lastModifiedBy>
  <cp:revision>1</cp:revision>
  <dcterms:created xsi:type="dcterms:W3CDTF">2026-01-29T10:13:36Z</dcterms:created>
  <dcterms:modified xsi:type="dcterms:W3CDTF">2026-01-29T10:13:36Z</dcterms:modified>
</cp:coreProperties>
</file>